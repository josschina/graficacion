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8" autoAdjust="0"/>
    <p:restoredTop sz="94660"/>
  </p:normalViewPr>
  <p:slideViewPr>
    <p:cSldViewPr snapToGrid="0">
      <p:cViewPr>
        <p:scale>
          <a:sx n="53" d="100"/>
          <a:sy n="53" d="100"/>
        </p:scale>
        <p:origin x="81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E6BBC-92B1-1F4E-D166-F94DABA94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FC792E-CAC6-7171-2815-CC5EAF221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3C5C65-D152-0812-93C8-78F96E437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77BAF9-5DDA-734B-D8DB-927ED1DB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02615B-EB85-3C92-5030-8D21A968C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264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91DE8-9E8E-36E2-7CD5-0DACA822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840BF0-97A9-2746-C695-6558E1F98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1F4D90-B199-531D-E717-C1C8AAA9E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C7722D-6D26-D15A-0781-4223395C3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47938B-D772-1DB1-E8F6-9489155B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424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C7E62-F682-F513-6810-E13FD7C0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757900-8C4D-3E9F-06CB-9364B3ECB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959FD2-C603-CB59-261F-72143AAA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2BD553-00F3-F926-7CDB-6BD57F86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AD6D14-BC98-C8C1-6D85-F0AC43D9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170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66C45-8D1E-42A7-EB2A-B505D6E6A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51432-A85A-9EA6-1FB6-1065C4A08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52BB3F-77A7-3244-C445-759819D3E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4E6265-B6F9-3633-6E05-5F873A46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9DE4B8-6685-DF70-D595-B27B1D82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ED3C47-1DA6-6B54-CE15-3386288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973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29D5E-8365-E3FC-B317-FCED0F92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650C48-D748-895B-B602-E5452F729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A6198E-AC03-0DF2-119E-F969EBCD7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051067-F020-704D-FD83-83CB1CF98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A2145E-1616-FBA1-DEEC-B77BCDDFD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75EDDE-C1C9-0562-E6F6-BBCB5DD0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EF7400F-494B-31F3-DD07-3BD51633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649964-475A-0C81-F427-6638AE96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102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4EACF-5CA5-0C0A-BCC3-5626CE21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8FB3CC-F692-82CD-712A-203242B6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34086D-6488-08A9-0700-B48C256D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603B2B-F10B-990D-453F-F9255775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5389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A273E63-6F6F-545C-D8B3-CF785D2A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A34B70-90A7-E03D-DC19-69D586F5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2E7F02-3A1E-3E59-708B-05868512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571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C514B-E270-0D58-F299-F6AF818EA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008CD0-7435-25C5-8B36-34AF4EE2E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1DD353-C18E-43C2-0FA8-02936790D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EBCA09-36CA-59F9-58BE-F79A9A6D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7D5CC2-6736-7EA4-5965-DE6B46B2C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08DB3C-8016-037E-6908-B7E3F0A18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384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2BE23-6DC4-59E5-0D28-841201B1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E16B60C-7C4B-7E95-F567-EE68201A1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014284-DAB4-3149-277C-E40E4D826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33AB48-BB67-488F-DB53-17D29708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BC35AA-B817-4718-1279-1C178FC0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1B5411-0E17-99EC-E683-83062FDC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81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DBDDA-3E62-1FFD-85D8-8023437A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DB4BB2-6BED-683B-E4CF-44C0B2F84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E560DA-CBC5-9BF3-A8EA-3BE095611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A5C5D3-7D69-237D-8CB4-A8B436AA8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014DC1-F31A-246D-F599-7C4493F0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55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7507AF-1D9B-6D18-CAC0-4AB7B5227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63C6FD-5E12-493B-1A89-2566CC8DF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6FF58-CF9C-BDE6-8A7A-A8EBD7B2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387E6E-A57D-AFE9-C989-B715AA7B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D8DF38-E9CF-8895-6615-CBD7ABD9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2879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31ADEA-6D39-7EC1-58B2-6CFEAF79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455A46-87A3-5E2C-5EC4-3322A4E3B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7F6E1B-DB69-0258-DA97-665933F59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E103C-F83A-4364-B904-DF8A6AD0F37D}" type="datetimeFigureOut">
              <a:rPr lang="es-MX" smtClean="0"/>
              <a:t>09/09/2022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2EE020-C85B-E749-92FC-8BA53AB50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6F23E7-4889-32A2-6DC8-C22B9E27A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DB44E-5395-4C26-914E-27FA755231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251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81EC47F-861C-E949-1523-4B2A95E8EA3B}"/>
              </a:ext>
            </a:extLst>
          </p:cNvPr>
          <p:cNvSpPr/>
          <p:nvPr/>
        </p:nvSpPr>
        <p:spPr>
          <a:xfrm>
            <a:off x="-1" y="1"/>
            <a:ext cx="12404559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 descr="Un dibujo de un animal&#10;&#10;Descripción generada automáticamente con confianza media">
            <a:extLst>
              <a:ext uri="{FF2B5EF4-FFF2-40B4-BE49-F238E27FC236}">
                <a16:creationId xmlns:a16="http://schemas.microsoft.com/office/drawing/2014/main" id="{FD9B06AD-2F80-1399-D53B-D3F5BABF8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892" y="1480837"/>
            <a:ext cx="2266015" cy="1302959"/>
          </a:xfrm>
          <a:prstGeom prst="rect">
            <a:avLst/>
          </a:prstGeom>
        </p:spPr>
      </p:pic>
      <p:pic>
        <p:nvPicPr>
          <p:cNvPr id="9" name="Imagen 8" descr="Un dibujo de un animal&#10;&#10;Descripción generada automáticamente con confianza media">
            <a:extLst>
              <a:ext uri="{FF2B5EF4-FFF2-40B4-BE49-F238E27FC236}">
                <a16:creationId xmlns:a16="http://schemas.microsoft.com/office/drawing/2014/main" id="{2147A04C-D2C8-DBEC-33CB-A246BEA98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61593" y="2828783"/>
            <a:ext cx="2340168" cy="1345597"/>
          </a:xfrm>
          <a:prstGeom prst="rect">
            <a:avLst/>
          </a:prstGeom>
        </p:spPr>
      </p:pic>
      <p:pic>
        <p:nvPicPr>
          <p:cNvPr id="13" name="Imagen 12" descr="Un dibujo de un animal&#10;&#10;Descripción generada automáticamente con confianza media">
            <a:extLst>
              <a:ext uri="{FF2B5EF4-FFF2-40B4-BE49-F238E27FC236}">
                <a16:creationId xmlns:a16="http://schemas.microsoft.com/office/drawing/2014/main" id="{41F7B84B-6656-2EF2-E5E7-9A9A7782A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892865" y="4169419"/>
            <a:ext cx="2266014" cy="1302958"/>
          </a:xfrm>
          <a:prstGeom prst="rect">
            <a:avLst/>
          </a:prstGeom>
        </p:spPr>
      </p:pic>
      <p:pic>
        <p:nvPicPr>
          <p:cNvPr id="17" name="Imagen 16" descr="Un dibujo de un animal&#10;&#10;Descripción generada automáticamente con confianza media">
            <a:extLst>
              <a:ext uri="{FF2B5EF4-FFF2-40B4-BE49-F238E27FC236}">
                <a16:creationId xmlns:a16="http://schemas.microsoft.com/office/drawing/2014/main" id="{222BE724-DAA5-A9D7-7971-48873E631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97947" y="2805229"/>
            <a:ext cx="2533228" cy="145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79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Joselyn Betzabe Hern�ndez Quiroz</dc:creator>
  <cp:lastModifiedBy>Joselyn Betzabe Hern�ndez Quiroz</cp:lastModifiedBy>
  <cp:revision>2</cp:revision>
  <dcterms:created xsi:type="dcterms:W3CDTF">2022-09-10T00:55:46Z</dcterms:created>
  <dcterms:modified xsi:type="dcterms:W3CDTF">2022-09-10T01:28:01Z</dcterms:modified>
</cp:coreProperties>
</file>